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lvetica World Bold" charset="1" panose="020B0800040000020004"/>
      <p:regular r:id="rId13"/>
    </p:embeddedFont>
    <p:embeddedFont>
      <p:font typeface="Helvetica World" charset="1" panose="020B050004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54974" y="-122789"/>
            <a:ext cx="18685978" cy="18685978"/>
          </a:xfrm>
          <a:custGeom>
            <a:avLst/>
            <a:gdLst/>
            <a:ahLst/>
            <a:cxnLst/>
            <a:rect r="r" b="b" t="t" l="l"/>
            <a:pathLst>
              <a:path h="18685978" w="18685978">
                <a:moveTo>
                  <a:pt x="0" y="0"/>
                </a:moveTo>
                <a:lnTo>
                  <a:pt x="18685978" y="0"/>
                </a:lnTo>
                <a:lnTo>
                  <a:pt x="18685978" y="18685978"/>
                </a:lnTo>
                <a:lnTo>
                  <a:pt x="0" y="1868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-6131962"/>
            <a:ext cx="8963813" cy="8963813"/>
          </a:xfrm>
          <a:custGeom>
            <a:avLst/>
            <a:gdLst/>
            <a:ahLst/>
            <a:cxnLst/>
            <a:rect r="r" b="b" t="t" l="l"/>
            <a:pathLst>
              <a:path h="8963813" w="8963813">
                <a:moveTo>
                  <a:pt x="0" y="0"/>
                </a:moveTo>
                <a:lnTo>
                  <a:pt x="8963813" y="0"/>
                </a:lnTo>
                <a:lnTo>
                  <a:pt x="8963813" y="8963813"/>
                </a:lnTo>
                <a:lnTo>
                  <a:pt x="0" y="8963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2238">
            <a:off x="10027802" y="1028700"/>
            <a:ext cx="9340321" cy="10766940"/>
          </a:xfrm>
          <a:custGeom>
            <a:avLst/>
            <a:gdLst/>
            <a:ahLst/>
            <a:cxnLst/>
            <a:rect r="r" b="b" t="t" l="l"/>
            <a:pathLst>
              <a:path h="10766940" w="9340321">
                <a:moveTo>
                  <a:pt x="0" y="0"/>
                </a:moveTo>
                <a:lnTo>
                  <a:pt x="9340321" y="0"/>
                </a:lnTo>
                <a:lnTo>
                  <a:pt x="9340321" y="10766940"/>
                </a:lnTo>
                <a:lnTo>
                  <a:pt x="0" y="10766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958" y="6132517"/>
            <a:ext cx="3521777" cy="9894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64675" y="8438618"/>
            <a:ext cx="6489690" cy="6489690"/>
          </a:xfrm>
          <a:custGeom>
            <a:avLst/>
            <a:gdLst/>
            <a:ahLst/>
            <a:cxnLst/>
            <a:rect r="r" b="b" t="t" l="l"/>
            <a:pathLst>
              <a:path h="6489690" w="6489690">
                <a:moveTo>
                  <a:pt x="0" y="0"/>
                </a:moveTo>
                <a:lnTo>
                  <a:pt x="6489690" y="0"/>
                </a:lnTo>
                <a:lnTo>
                  <a:pt x="6489690" y="6489690"/>
                </a:lnTo>
                <a:lnTo>
                  <a:pt x="0" y="6489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958" y="6657381"/>
            <a:ext cx="6012651" cy="3006326"/>
          </a:xfrm>
          <a:custGeom>
            <a:avLst/>
            <a:gdLst/>
            <a:ahLst/>
            <a:cxnLst/>
            <a:rect r="r" b="b" t="t" l="l"/>
            <a:pathLst>
              <a:path h="3006326" w="6012651">
                <a:moveTo>
                  <a:pt x="0" y="0"/>
                </a:moveTo>
                <a:lnTo>
                  <a:pt x="6012651" y="0"/>
                </a:lnTo>
                <a:lnTo>
                  <a:pt x="6012651" y="3006326"/>
                </a:lnTo>
                <a:lnTo>
                  <a:pt x="0" y="30063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340954"/>
            <a:ext cx="8436949" cy="147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67"/>
              </a:lnSpc>
            </a:pPr>
            <a:r>
              <a:rPr lang="en-US" b="true" sz="933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CHAPTER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689423"/>
            <a:ext cx="10139935" cy="10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34"/>
              </a:lnSpc>
            </a:pPr>
            <a:r>
              <a:rPr lang="en-US" b="true" sz="6940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BASIC WIDGETS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9036" y="1444010"/>
            <a:ext cx="15628580" cy="15628580"/>
          </a:xfrm>
          <a:custGeom>
            <a:avLst/>
            <a:gdLst/>
            <a:ahLst/>
            <a:cxnLst/>
            <a:rect r="r" b="b" t="t" l="l"/>
            <a:pathLst>
              <a:path h="15628580" w="15628580">
                <a:moveTo>
                  <a:pt x="0" y="0"/>
                </a:moveTo>
                <a:lnTo>
                  <a:pt x="15628580" y="0"/>
                </a:lnTo>
                <a:lnTo>
                  <a:pt x="15628580" y="15628580"/>
                </a:lnTo>
                <a:lnTo>
                  <a:pt x="0" y="15628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9050" y="5097174"/>
            <a:ext cx="3100573" cy="871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84543" y="7634225"/>
            <a:ext cx="6327760" cy="6327760"/>
          </a:xfrm>
          <a:custGeom>
            <a:avLst/>
            <a:gdLst/>
            <a:ahLst/>
            <a:cxnLst/>
            <a:rect r="r" b="b" t="t" l="l"/>
            <a:pathLst>
              <a:path h="6327760" w="6327760">
                <a:moveTo>
                  <a:pt x="0" y="0"/>
                </a:moveTo>
                <a:lnTo>
                  <a:pt x="6327760" y="0"/>
                </a:lnTo>
                <a:lnTo>
                  <a:pt x="6327760" y="6327760"/>
                </a:lnTo>
                <a:lnTo>
                  <a:pt x="0" y="6327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3248" y="-4518117"/>
            <a:ext cx="6327760" cy="6327760"/>
          </a:xfrm>
          <a:custGeom>
            <a:avLst/>
            <a:gdLst/>
            <a:ahLst/>
            <a:cxnLst/>
            <a:rect r="r" b="b" t="t" l="l"/>
            <a:pathLst>
              <a:path h="6327760" w="6327760">
                <a:moveTo>
                  <a:pt x="0" y="0"/>
                </a:moveTo>
                <a:lnTo>
                  <a:pt x="6327760" y="0"/>
                </a:lnTo>
                <a:lnTo>
                  <a:pt x="6327760" y="6327760"/>
                </a:lnTo>
                <a:lnTo>
                  <a:pt x="0" y="6327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14643" y="3675195"/>
            <a:ext cx="8359795" cy="5433867"/>
          </a:xfrm>
          <a:custGeom>
            <a:avLst/>
            <a:gdLst/>
            <a:ahLst/>
            <a:cxnLst/>
            <a:rect r="r" b="b" t="t" l="l"/>
            <a:pathLst>
              <a:path h="5433867" w="8359795">
                <a:moveTo>
                  <a:pt x="0" y="0"/>
                </a:moveTo>
                <a:lnTo>
                  <a:pt x="8359795" y="0"/>
                </a:lnTo>
                <a:lnTo>
                  <a:pt x="8359795" y="5433867"/>
                </a:lnTo>
                <a:lnTo>
                  <a:pt x="0" y="54338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050" y="1909482"/>
            <a:ext cx="10022966" cy="159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182"/>
              </a:lnSpc>
            </a:pPr>
            <a:r>
              <a:rPr lang="en-US" b="true" sz="1016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EVERYTHING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722820"/>
            <a:ext cx="10849342" cy="96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21"/>
              </a:lnSpc>
            </a:pPr>
            <a:r>
              <a:rPr lang="en-US" b="true" sz="6110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IS WIDGETS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535550"/>
            <a:ext cx="8115300" cy="257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4"/>
              </a:lnSpc>
            </a:pPr>
            <a:r>
              <a:rPr lang="en-US" sz="266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Trong flutter, nơi tất cả mọi thứ đều là widgets(tiện ích) </a:t>
            </a:r>
          </a:p>
          <a:p>
            <a:pPr algn="just">
              <a:lnSpc>
                <a:spcPts val="2934"/>
              </a:lnSpc>
            </a:pPr>
          </a:p>
          <a:p>
            <a:pPr algn="just">
              <a:lnSpc>
                <a:spcPts val="2934"/>
              </a:lnSpc>
            </a:pPr>
            <a:r>
              <a:rPr lang="en-US" sz="266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66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hương này, sẽ tìm hiều về:</a:t>
            </a:r>
          </a:p>
          <a:p>
            <a:pPr algn="just">
              <a:lnSpc>
                <a:spcPts val="2934"/>
              </a:lnSpc>
            </a:pPr>
            <a:r>
              <a:rPr lang="en-US" sz="266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Structure and navigation </a:t>
            </a:r>
          </a:p>
          <a:p>
            <a:pPr algn="just">
              <a:lnSpc>
                <a:spcPts val="2934"/>
              </a:lnSpc>
            </a:pPr>
            <a:r>
              <a:rPr lang="en-US" sz="266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Displaying information</a:t>
            </a:r>
          </a:p>
          <a:p>
            <a:pPr algn="just">
              <a:lnSpc>
                <a:spcPts val="2934"/>
              </a:lnSpc>
            </a:pPr>
            <a:r>
              <a:rPr lang="en-US" sz="266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Positioning widgets</a:t>
            </a:r>
          </a:p>
          <a:p>
            <a:pPr algn="just">
              <a:lnSpc>
                <a:spcPts val="293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930" y="4577821"/>
            <a:ext cx="3100573" cy="871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20564" y="0"/>
            <a:ext cx="15628580" cy="15628580"/>
          </a:xfrm>
          <a:custGeom>
            <a:avLst/>
            <a:gdLst/>
            <a:ahLst/>
            <a:cxnLst/>
            <a:rect r="r" b="b" t="t" l="l"/>
            <a:pathLst>
              <a:path h="15628580" w="15628580">
                <a:moveTo>
                  <a:pt x="0" y="0"/>
                </a:moveTo>
                <a:lnTo>
                  <a:pt x="15628580" y="0"/>
                </a:lnTo>
                <a:lnTo>
                  <a:pt x="15628580" y="15628580"/>
                </a:lnTo>
                <a:lnTo>
                  <a:pt x="0" y="15628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-6131962"/>
            <a:ext cx="8963813" cy="8963813"/>
          </a:xfrm>
          <a:custGeom>
            <a:avLst/>
            <a:gdLst/>
            <a:ahLst/>
            <a:cxnLst/>
            <a:rect r="r" b="b" t="t" l="l"/>
            <a:pathLst>
              <a:path h="8963813" w="8963813">
                <a:moveTo>
                  <a:pt x="0" y="0"/>
                </a:moveTo>
                <a:lnTo>
                  <a:pt x="8963813" y="0"/>
                </a:lnTo>
                <a:lnTo>
                  <a:pt x="8963813" y="8963813"/>
                </a:lnTo>
                <a:lnTo>
                  <a:pt x="0" y="8963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26378" y="9032875"/>
            <a:ext cx="6489690" cy="6489690"/>
          </a:xfrm>
          <a:custGeom>
            <a:avLst/>
            <a:gdLst/>
            <a:ahLst/>
            <a:cxnLst/>
            <a:rect r="r" b="b" t="t" l="l"/>
            <a:pathLst>
              <a:path h="6489690" w="6489690">
                <a:moveTo>
                  <a:pt x="0" y="0"/>
                </a:moveTo>
                <a:lnTo>
                  <a:pt x="6489690" y="0"/>
                </a:lnTo>
                <a:lnTo>
                  <a:pt x="6489690" y="6489690"/>
                </a:lnTo>
                <a:lnTo>
                  <a:pt x="0" y="64896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44716" y="3420195"/>
            <a:ext cx="3742705" cy="5325585"/>
          </a:xfrm>
          <a:custGeom>
            <a:avLst/>
            <a:gdLst/>
            <a:ahLst/>
            <a:cxnLst/>
            <a:rect r="r" b="b" t="t" l="l"/>
            <a:pathLst>
              <a:path h="5325585" w="3742705">
                <a:moveTo>
                  <a:pt x="0" y="0"/>
                </a:moveTo>
                <a:lnTo>
                  <a:pt x="3742705" y="0"/>
                </a:lnTo>
                <a:lnTo>
                  <a:pt x="3742705" y="5325586"/>
                </a:lnTo>
                <a:lnTo>
                  <a:pt x="0" y="53255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0985" t="0" r="-10048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64787" y="3420195"/>
            <a:ext cx="5043026" cy="5372895"/>
          </a:xfrm>
          <a:custGeom>
            <a:avLst/>
            <a:gdLst/>
            <a:ahLst/>
            <a:cxnLst/>
            <a:rect r="r" b="b" t="t" l="l"/>
            <a:pathLst>
              <a:path h="5372895" w="5043026">
                <a:moveTo>
                  <a:pt x="0" y="0"/>
                </a:moveTo>
                <a:lnTo>
                  <a:pt x="5043026" y="0"/>
                </a:lnTo>
                <a:lnTo>
                  <a:pt x="5043026" y="5372895"/>
                </a:lnTo>
                <a:lnTo>
                  <a:pt x="0" y="53728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38" r="0" b="-63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823" y="2019199"/>
            <a:ext cx="10886755" cy="112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5"/>
              </a:lnSpc>
            </a:pPr>
            <a:r>
              <a:rPr lang="en-US" b="true" sz="709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STYLING &amp; THEME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823" y="3109673"/>
            <a:ext cx="5509958" cy="102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179"/>
              </a:lnSpc>
            </a:pPr>
            <a:r>
              <a:rPr lang="en-US" b="true" sz="6526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FLUTTER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53256"/>
            <a:ext cx="867511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Flutter hỗ trợ THEME để quản lý giao diện đồng bộ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646981"/>
            <a:ext cx="8675116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Các thành phần chính: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ThemeData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Màu sắc (ColorScheme)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Font chữ, TextStyle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Lợi ích: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Dễ thay đổi giao diện toàn app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Hỗ trợ Dark Mode / Light Mode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Có thể chuyển theme động trong lúc chạy app</a:t>
            </a:r>
          </a:p>
          <a:p>
            <a:pPr algn="just">
              <a:lnSpc>
                <a:spcPts val="274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9036" y="1444010"/>
            <a:ext cx="15628580" cy="15628580"/>
          </a:xfrm>
          <a:custGeom>
            <a:avLst/>
            <a:gdLst/>
            <a:ahLst/>
            <a:cxnLst/>
            <a:rect r="r" b="b" t="t" l="l"/>
            <a:pathLst>
              <a:path h="15628580" w="15628580">
                <a:moveTo>
                  <a:pt x="0" y="0"/>
                </a:moveTo>
                <a:lnTo>
                  <a:pt x="15628580" y="0"/>
                </a:lnTo>
                <a:lnTo>
                  <a:pt x="15628580" y="15628580"/>
                </a:lnTo>
                <a:lnTo>
                  <a:pt x="0" y="15628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930" y="4747292"/>
            <a:ext cx="3100573" cy="871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20645" y="7359503"/>
            <a:ext cx="6327760" cy="6327760"/>
          </a:xfrm>
          <a:custGeom>
            <a:avLst/>
            <a:gdLst/>
            <a:ahLst/>
            <a:cxnLst/>
            <a:rect r="r" b="b" t="t" l="l"/>
            <a:pathLst>
              <a:path h="6327760" w="6327760">
                <a:moveTo>
                  <a:pt x="0" y="0"/>
                </a:moveTo>
                <a:lnTo>
                  <a:pt x="6327760" y="0"/>
                </a:lnTo>
                <a:lnTo>
                  <a:pt x="6327760" y="6327760"/>
                </a:lnTo>
                <a:lnTo>
                  <a:pt x="0" y="6327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57703" y="-4641936"/>
            <a:ext cx="6327760" cy="6327760"/>
          </a:xfrm>
          <a:custGeom>
            <a:avLst/>
            <a:gdLst/>
            <a:ahLst/>
            <a:cxnLst/>
            <a:rect r="r" b="b" t="t" l="l"/>
            <a:pathLst>
              <a:path h="6327760" w="6327760">
                <a:moveTo>
                  <a:pt x="0" y="0"/>
                </a:moveTo>
                <a:lnTo>
                  <a:pt x="6327760" y="0"/>
                </a:lnTo>
                <a:lnTo>
                  <a:pt x="6327760" y="6327760"/>
                </a:lnTo>
                <a:lnTo>
                  <a:pt x="0" y="6327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62684" y="1685824"/>
            <a:ext cx="5683062" cy="3757285"/>
          </a:xfrm>
          <a:custGeom>
            <a:avLst/>
            <a:gdLst/>
            <a:ahLst/>
            <a:cxnLst/>
            <a:rect r="r" b="b" t="t" l="l"/>
            <a:pathLst>
              <a:path h="3757285" w="5683062">
                <a:moveTo>
                  <a:pt x="0" y="0"/>
                </a:moveTo>
                <a:lnTo>
                  <a:pt x="5683062" y="0"/>
                </a:lnTo>
                <a:lnTo>
                  <a:pt x="5683062" y="3757284"/>
                </a:lnTo>
                <a:lnTo>
                  <a:pt x="0" y="3757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63789" y="5822989"/>
            <a:ext cx="5781957" cy="4154822"/>
          </a:xfrm>
          <a:custGeom>
            <a:avLst/>
            <a:gdLst/>
            <a:ahLst/>
            <a:cxnLst/>
            <a:rect r="r" b="b" t="t" l="l"/>
            <a:pathLst>
              <a:path h="4154822" w="5781957">
                <a:moveTo>
                  <a:pt x="0" y="0"/>
                </a:moveTo>
                <a:lnTo>
                  <a:pt x="5781957" y="0"/>
                </a:lnTo>
                <a:lnTo>
                  <a:pt x="5781957" y="4154822"/>
                </a:lnTo>
                <a:lnTo>
                  <a:pt x="0" y="41548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8359371"/>
            <a:ext cx="1102579" cy="34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20">
                <a:solidFill>
                  <a:srgbClr val="0F094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/user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823" y="2038249"/>
            <a:ext cx="8115177" cy="120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70"/>
              </a:lnSpc>
            </a:pPr>
            <a:r>
              <a:rPr lang="en-US" b="true" sz="7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173524"/>
            <a:ext cx="7077595" cy="113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83"/>
              </a:lnSpc>
            </a:pPr>
            <a:r>
              <a:rPr lang="en-US" b="true" sz="7167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&amp; NAVIGATION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279621"/>
            <a:ext cx="8437287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Các widget cấu trúc phổ biến: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Scaffold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AppBar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Body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Điều hướng giữa các màn hình: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Sử dụng Navigator.push() và Navigator.pop()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 được chia thành nhiều page/screen rõ ràng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Giúp code dễ quản lý và mở rộng</a:t>
            </a:r>
          </a:p>
          <a:p>
            <a:pPr algn="just">
              <a:lnSpc>
                <a:spcPts val="274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930" y="5292306"/>
            <a:ext cx="3100573" cy="871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24715" y="-5842716"/>
            <a:ext cx="15628580" cy="15628580"/>
          </a:xfrm>
          <a:custGeom>
            <a:avLst/>
            <a:gdLst/>
            <a:ahLst/>
            <a:cxnLst/>
            <a:rect r="r" b="b" t="t" l="l"/>
            <a:pathLst>
              <a:path h="15628580" w="15628580">
                <a:moveTo>
                  <a:pt x="0" y="0"/>
                </a:moveTo>
                <a:lnTo>
                  <a:pt x="15628580" y="0"/>
                </a:lnTo>
                <a:lnTo>
                  <a:pt x="15628580" y="15628580"/>
                </a:lnTo>
                <a:lnTo>
                  <a:pt x="0" y="15628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24715" y="-6277754"/>
            <a:ext cx="8963813" cy="8963813"/>
          </a:xfrm>
          <a:custGeom>
            <a:avLst/>
            <a:gdLst/>
            <a:ahLst/>
            <a:cxnLst/>
            <a:rect r="r" b="b" t="t" l="l"/>
            <a:pathLst>
              <a:path h="8963813" w="8963813">
                <a:moveTo>
                  <a:pt x="0" y="0"/>
                </a:moveTo>
                <a:lnTo>
                  <a:pt x="8963813" y="0"/>
                </a:lnTo>
                <a:lnTo>
                  <a:pt x="8963813" y="8963813"/>
                </a:lnTo>
                <a:lnTo>
                  <a:pt x="0" y="8963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930" y="5658364"/>
            <a:ext cx="7138122" cy="412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Widget hiển thị nội dung: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Icon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Image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Widget bố cục: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Row, Column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Padding, Center, Expanded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Widget trang trí: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Container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Card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Các widget có thể lồng nhau để tạo UI phức tạp</a:t>
            </a:r>
          </a:p>
          <a:p>
            <a:pPr algn="just">
              <a:lnSpc>
                <a:spcPts val="274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529530" y="8649137"/>
            <a:ext cx="5675656" cy="5675656"/>
          </a:xfrm>
          <a:custGeom>
            <a:avLst/>
            <a:gdLst/>
            <a:ahLst/>
            <a:cxnLst/>
            <a:rect r="r" b="b" t="t" l="l"/>
            <a:pathLst>
              <a:path h="5675656" w="5675656">
                <a:moveTo>
                  <a:pt x="0" y="0"/>
                </a:moveTo>
                <a:lnTo>
                  <a:pt x="5675656" y="0"/>
                </a:lnTo>
                <a:lnTo>
                  <a:pt x="5675656" y="5675656"/>
                </a:lnTo>
                <a:lnTo>
                  <a:pt x="0" y="567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22770" y="3083986"/>
            <a:ext cx="9665758" cy="6367809"/>
          </a:xfrm>
          <a:custGeom>
            <a:avLst/>
            <a:gdLst/>
            <a:ahLst/>
            <a:cxnLst/>
            <a:rect r="r" b="b" t="t" l="l"/>
            <a:pathLst>
              <a:path h="6367809" w="9665758">
                <a:moveTo>
                  <a:pt x="0" y="0"/>
                </a:moveTo>
                <a:lnTo>
                  <a:pt x="9665758" y="0"/>
                </a:lnTo>
                <a:lnTo>
                  <a:pt x="9665758" y="6367809"/>
                </a:lnTo>
                <a:lnTo>
                  <a:pt x="0" y="63678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273" t="-11218" r="-54035" b="-1196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823" y="2733684"/>
            <a:ext cx="7576817" cy="112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5"/>
              </a:lnSpc>
            </a:pPr>
            <a:r>
              <a:rPr lang="en-US" b="true" sz="709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DISPLAYING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823" y="3824158"/>
            <a:ext cx="9565670" cy="11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b="true" sz="7305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930" y="5292306"/>
            <a:ext cx="3100573" cy="871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24715" y="-5842716"/>
            <a:ext cx="15628580" cy="15628580"/>
          </a:xfrm>
          <a:custGeom>
            <a:avLst/>
            <a:gdLst/>
            <a:ahLst/>
            <a:cxnLst/>
            <a:rect r="r" b="b" t="t" l="l"/>
            <a:pathLst>
              <a:path h="15628580" w="15628580">
                <a:moveTo>
                  <a:pt x="0" y="0"/>
                </a:moveTo>
                <a:lnTo>
                  <a:pt x="15628580" y="0"/>
                </a:lnTo>
                <a:lnTo>
                  <a:pt x="15628580" y="15628580"/>
                </a:lnTo>
                <a:lnTo>
                  <a:pt x="0" y="15628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24715" y="-6277754"/>
            <a:ext cx="8963813" cy="8963813"/>
          </a:xfrm>
          <a:custGeom>
            <a:avLst/>
            <a:gdLst/>
            <a:ahLst/>
            <a:cxnLst/>
            <a:rect r="r" b="b" t="t" l="l"/>
            <a:pathLst>
              <a:path h="8963813" w="8963813">
                <a:moveTo>
                  <a:pt x="0" y="0"/>
                </a:moveTo>
                <a:lnTo>
                  <a:pt x="8963813" y="0"/>
                </a:lnTo>
                <a:lnTo>
                  <a:pt x="8963813" y="8963813"/>
                </a:lnTo>
                <a:lnTo>
                  <a:pt x="0" y="8963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29530" y="8649137"/>
            <a:ext cx="5675656" cy="5675656"/>
          </a:xfrm>
          <a:custGeom>
            <a:avLst/>
            <a:gdLst/>
            <a:ahLst/>
            <a:cxnLst/>
            <a:rect r="r" b="b" t="t" l="l"/>
            <a:pathLst>
              <a:path h="5675656" w="5675656">
                <a:moveTo>
                  <a:pt x="0" y="0"/>
                </a:moveTo>
                <a:lnTo>
                  <a:pt x="5675656" y="0"/>
                </a:lnTo>
                <a:lnTo>
                  <a:pt x="5675656" y="5675656"/>
                </a:lnTo>
                <a:lnTo>
                  <a:pt x="0" y="567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06006" y="2179536"/>
            <a:ext cx="3044224" cy="3667740"/>
          </a:xfrm>
          <a:custGeom>
            <a:avLst/>
            <a:gdLst/>
            <a:ahLst/>
            <a:cxnLst/>
            <a:rect r="r" b="b" t="t" l="l"/>
            <a:pathLst>
              <a:path h="3667740" w="3044224">
                <a:moveTo>
                  <a:pt x="0" y="0"/>
                </a:moveTo>
                <a:lnTo>
                  <a:pt x="3044224" y="0"/>
                </a:lnTo>
                <a:lnTo>
                  <a:pt x="3044224" y="3667740"/>
                </a:lnTo>
                <a:lnTo>
                  <a:pt x="0" y="3667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05640" y="6083988"/>
            <a:ext cx="8202924" cy="2813182"/>
          </a:xfrm>
          <a:custGeom>
            <a:avLst/>
            <a:gdLst/>
            <a:ahLst/>
            <a:cxnLst/>
            <a:rect r="r" b="b" t="t" l="l"/>
            <a:pathLst>
              <a:path h="2813182" w="8202924">
                <a:moveTo>
                  <a:pt x="0" y="0"/>
                </a:moveTo>
                <a:lnTo>
                  <a:pt x="8202924" y="0"/>
                </a:lnTo>
                <a:lnTo>
                  <a:pt x="8202924" y="2813183"/>
                </a:lnTo>
                <a:lnTo>
                  <a:pt x="0" y="28131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930" y="5658364"/>
            <a:ext cx="7138122" cy="207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Có thể tạo Custom Widget để tái sử dụng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Ví dụ: CategoryCard, PostCard</a:t>
            </a:r>
          </a:p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Lợ</a:t>
            </a: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 ích: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Code gọn hơn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Dễ bảo trì</a:t>
            </a:r>
          </a:p>
          <a:p>
            <a:pPr algn="just">
              <a:lnSpc>
                <a:spcPts val="274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823" y="2733684"/>
            <a:ext cx="7576817" cy="112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5"/>
              </a:lnSpc>
            </a:pPr>
            <a:r>
              <a:rPr lang="en-US" b="true" sz="709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CUSTOM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823" y="3824158"/>
            <a:ext cx="9565670" cy="11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b="true" sz="7305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WIDGETS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930" y="5181600"/>
            <a:ext cx="3100573" cy="871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24715" y="-5842716"/>
            <a:ext cx="15628580" cy="15628580"/>
          </a:xfrm>
          <a:custGeom>
            <a:avLst/>
            <a:gdLst/>
            <a:ahLst/>
            <a:cxnLst/>
            <a:rect r="r" b="b" t="t" l="l"/>
            <a:pathLst>
              <a:path h="15628580" w="15628580">
                <a:moveTo>
                  <a:pt x="0" y="0"/>
                </a:moveTo>
                <a:lnTo>
                  <a:pt x="15628580" y="0"/>
                </a:lnTo>
                <a:lnTo>
                  <a:pt x="15628580" y="15628580"/>
                </a:lnTo>
                <a:lnTo>
                  <a:pt x="0" y="15628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24715" y="-6277754"/>
            <a:ext cx="8963813" cy="8963813"/>
          </a:xfrm>
          <a:custGeom>
            <a:avLst/>
            <a:gdLst/>
            <a:ahLst/>
            <a:cxnLst/>
            <a:rect r="r" b="b" t="t" l="l"/>
            <a:pathLst>
              <a:path h="8963813" w="8963813">
                <a:moveTo>
                  <a:pt x="0" y="0"/>
                </a:moveTo>
                <a:lnTo>
                  <a:pt x="8963813" y="0"/>
                </a:lnTo>
                <a:lnTo>
                  <a:pt x="8963813" y="8963813"/>
                </a:lnTo>
                <a:lnTo>
                  <a:pt x="0" y="8963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29530" y="8649137"/>
            <a:ext cx="5675656" cy="5675656"/>
          </a:xfrm>
          <a:custGeom>
            <a:avLst/>
            <a:gdLst/>
            <a:ahLst/>
            <a:cxnLst/>
            <a:rect r="r" b="b" t="t" l="l"/>
            <a:pathLst>
              <a:path h="5675656" w="5675656">
                <a:moveTo>
                  <a:pt x="0" y="0"/>
                </a:moveTo>
                <a:lnTo>
                  <a:pt x="5675656" y="0"/>
                </a:lnTo>
                <a:lnTo>
                  <a:pt x="5675656" y="5675656"/>
                </a:lnTo>
                <a:lnTo>
                  <a:pt x="0" y="567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2179" y="179790"/>
            <a:ext cx="1715634" cy="1285070"/>
          </a:xfrm>
          <a:custGeom>
            <a:avLst/>
            <a:gdLst/>
            <a:ahLst/>
            <a:cxnLst/>
            <a:rect r="r" b="b" t="t" l="l"/>
            <a:pathLst>
              <a:path h="1285070" w="1715634">
                <a:moveTo>
                  <a:pt x="0" y="0"/>
                </a:moveTo>
                <a:lnTo>
                  <a:pt x="1715634" y="0"/>
                </a:lnTo>
                <a:lnTo>
                  <a:pt x="1715634" y="1285070"/>
                </a:lnTo>
                <a:lnTo>
                  <a:pt x="0" y="128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930" y="5996019"/>
            <a:ext cx="11941305" cy="234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00"/>
              </a:lnSpc>
            </a:pPr>
            <a:r>
              <a:rPr lang="en-US" sz="41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Tổng kết chương 3:</a:t>
            </a:r>
          </a:p>
          <a:p>
            <a:pPr algn="just" marL="902942" indent="-451471" lvl="1">
              <a:lnSpc>
                <a:spcPts val="4600"/>
              </a:lnSpc>
              <a:buFont typeface="Arial"/>
              <a:buChar char="•"/>
            </a:pPr>
            <a:r>
              <a:rPr lang="en-US" sz="41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Nắm được widget cơ bản</a:t>
            </a:r>
          </a:p>
          <a:p>
            <a:pPr algn="just" marL="902942" indent="-451471" lvl="1">
              <a:lnSpc>
                <a:spcPts val="4600"/>
              </a:lnSpc>
              <a:buFont typeface="Arial"/>
              <a:buChar char="•"/>
            </a:pPr>
            <a:r>
              <a:rPr lang="en-US" sz="418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Biết cách style, layout, điều hướng</a:t>
            </a:r>
          </a:p>
          <a:p>
            <a:pPr algn="just">
              <a:lnSpc>
                <a:spcPts val="46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52671"/>
            <a:ext cx="7576817" cy="112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5"/>
              </a:lnSpc>
            </a:pPr>
            <a:r>
              <a:rPr lang="en-US" b="true" sz="7095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823" y="3990245"/>
            <a:ext cx="9565670" cy="11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b="true" sz="7305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CHAPTER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2163" y="841375"/>
            <a:ext cx="4477509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Flutter Apprentice 4th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DAG9LShYQSU</dc:identifier>
  <dcterms:modified xsi:type="dcterms:W3CDTF">2011-08-01T06:04:30Z</dcterms:modified>
  <cp:revision>1</cp:revision>
  <dc:title>Flutter</dc:title>
</cp:coreProperties>
</file>